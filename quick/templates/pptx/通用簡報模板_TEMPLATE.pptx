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2148840"/>
            <a:ext cx="7772400" cy="36576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315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sz="1600">
                <a:solidFill>
                  <a:srgbClr val="FFFFFF"/>
                </a:solidFill>
              </a:rPr>
              <a:t>副標題或日期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b="1" sz="2800">
                <a:solidFill>
                  <a:srgbClr val="FFFFFF"/>
                </a:solidFill>
              </a:rPr>
              <a:t>簡報標題放在這裡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60520"/>
            <a:ext cx="290779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3200">
                <a:solidFill>
                  <a:srgbClr val="FFFFFF"/>
                </a:solidFill>
              </a:rPr>
              <a:t>議程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2286000" cy="4572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sz="1800">
                <a:solidFill>
                  <a:srgbClr val="2D2D2D"/>
                </a:solidFill>
              </a:rPr>
              <a:t>01  主題一</a:t>
            </a:r>
            <a:endParaRPr lang="en-US" sz="1600" dirty="0"/>
          </a:p>
          <a:p>
            <a:r>
              <a:rPr sz="1800">
                <a:solidFill>
                  <a:srgbClr val="2D2D2D"/>
                </a:solidFill>
              </a:rPr>
              <a:t>02  主題二</a:t>
            </a:r>
          </a:p>
          <a:p>
            <a:r>
              <a:rPr sz="1800">
                <a:solidFill>
                  <a:srgbClr val="2D2D2D"/>
                </a:solidFill>
              </a:rPr>
              <a:t>03  主題三</a:t>
            </a:r>
          </a:p>
          <a:p>
            <a:r>
              <a:rPr sz="1800">
                <a:solidFill>
                  <a:srgbClr val="2D2D2D"/>
                </a:solidFill>
              </a:rPr>
              <a:t>04  主題四</a:t>
            </a:r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3200">
                <a:solidFill>
                  <a:srgbClr val="FFFFFF"/>
                </a:solidFill>
              </a:rPr>
              <a:t>章節名稱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2286000" cy="4572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sz="1600">
                <a:solidFill>
                  <a:srgbClr val="2D2D2D"/>
                </a:solidFill>
              </a:rPr>
              <a:t>章節副標或說明文字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400"/>
              <a:t>內容頁標題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sz="1400">
                <a:solidFill>
                  <a:srgbClr val="2D2D2D"/>
                </a:solidFill>
              </a:rPr>
              <a:t>副標題或說明文字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583680" cy="256032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2880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b="1" sz="1600">
                <a:solidFill>
                  <a:srgbClr val="FF5859"/>
                </a:solidFill>
              </a:rPr>
              <a:t>重點名稱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0" y="3108960"/>
            <a:ext cx="1280160" cy="1463040"/>
          </a:xfrm>
          <a:prstGeom prst="roundRect">
            <a:avLst>
              <a:gd name="adj" fmla="val 7143"/>
            </a:avLst>
          </a:prstGeom>
          <a:solidFill>
            <a:srgbClr val="F0E6D3"/>
          </a:solidFill>
          <a:ln w="1270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0" y="310896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400"/>
              <a:t>多欄比較 / 特色列舉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188720"/>
            <a:ext cx="2377440" cy="73152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項目 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0116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300">
                <a:solidFill>
                  <a:srgbClr val="2D2D2D"/>
                </a:solidFill>
              </a:rPr>
              <a:t>說明文字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377440" cy="73152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項目 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300">
                <a:solidFill>
                  <a:srgbClr val="2D2D2D"/>
                </a:solidFill>
              </a:rPr>
              <a:t>說明文字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118872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52160" y="1188720"/>
            <a:ext cx="2377440" cy="73152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8932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項目 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89320" y="2011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89320" y="20116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300">
                <a:solidFill>
                  <a:srgbClr val="2D2D2D"/>
                </a:solidFill>
              </a:rPr>
              <a:t>說明文字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Step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945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200">
                <a:solidFill>
                  <a:srgbClr val="FFFFFF"/>
                </a:solidFill>
              </a:rPr>
              <a:t>步驟標題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400">
                <a:solidFill>
                  <a:srgbClr val="2D2D2D"/>
                </a:solidFill>
              </a:rPr>
              <a:t>步驟說明文字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498080" cy="2011680"/>
          </a:xfrm>
          <a:prstGeom prst="roundRect">
            <a:avLst>
              <a:gd name="adj" fmla="val 4545"/>
            </a:avLst>
          </a:prstGeom>
          <a:solidFill>
            <a:srgbClr val="FFF5EB"/>
          </a:solidFill>
          <a:ln w="25400">
            <a:solidFill>
              <a:srgbClr val="FFAB4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1600"/>
              <a:t>行動項目 / 待辦清單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/>
              <a:t>項目一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sz="1600"/>
              <a:t>項目一說明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4612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461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/>
              <a:t>項目二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sz="1600"/>
              <a:t>項目二說明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0060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4068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406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/>
              <a:t>項目三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sz="1600"/>
              <a:t>項目三說明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9516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352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8660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/>
              <a:t>項目四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sz="1600"/>
              <a:t>項目四說明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800"/>
              <a:t>重點總結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69164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8872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1600"/>
              <a:t>重點一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1600"/>
              <a:t>重點二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887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sz="1600"/>
              <a:t>重點三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>
                <a:solidFill>
                  <a:srgbClr val="2D2D2D"/>
                </a:solidFill>
              </a:rPr>
              <a:t>結語文字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400">
                <a:solidFill>
                  <a:srgbClr val="FFFFFF"/>
                </a:solidFill>
              </a:rPr>
              <a:t>表格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945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498080" cy="2011680"/>
          </a:xfrm>
          <a:prstGeom prst="roundRect">
            <a:avLst>
              <a:gd name="adj" fmla="val 4545"/>
            </a:avLst>
          </a:prstGeom>
          <a:solidFill>
            <a:srgbClr val="FFF5EB"/>
          </a:solidFill>
          <a:ln w="25400">
            <a:solidFill>
              <a:srgbClr val="FFAB4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1207" y="1280160"/>
          <a:ext cx="7863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欄位一</a:t>
                      </a:r>
                    </a:p>
                  </a:txBody>
                  <a:tcPr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欄位二</a:t>
                      </a:r>
                    </a:p>
                  </a:txBody>
                  <a:tcPr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欄位三</a:t>
                      </a:r>
                    </a:p>
                  </a:txBody>
                  <a:tcPr>
                    <a:solidFill>
                      <a:srgbClr val="60606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</a:rPr>
                        <a:t>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b="1" sz="2400">
                <a:solidFill>
                  <a:srgbClr val="FFFFFF"/>
                </a:solidFill>
              </a:rPr>
              <a:t>數據亮點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945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498080" cy="2011680"/>
          </a:xfrm>
          <a:prstGeom prst="roundRect">
            <a:avLst>
              <a:gd name="adj" fmla="val 4545"/>
            </a:avLst>
          </a:prstGeom>
          <a:solidFill>
            <a:srgbClr val="FFF5EB"/>
          </a:solidFill>
          <a:ln w="25400">
            <a:solidFill>
              <a:srgbClr val="FFAB4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21207" y="1280160"/>
            <a:ext cx="2286000" cy="2194560"/>
          </a:xfrm>
          <a:prstGeom prst="rect">
            <a:avLst/>
          </a:prstGeom>
          <a:solidFill>
            <a:srgbClr val="FFF5EB"/>
          </a:solidFill>
          <a:ln w="19050">
            <a:solidFill>
              <a:srgbClr val="FF5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15087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5859"/>
                </a:solidFill>
              </a:rPr>
              <a:t>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5603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D2D2D"/>
                </a:solidFill>
              </a:rPr>
              <a:t>指標說明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7" y="1280160"/>
            <a:ext cx="2286000" cy="2194560"/>
          </a:xfrm>
          <a:prstGeom prst="rect">
            <a:avLst/>
          </a:prstGeom>
          <a:solidFill>
            <a:srgbClr val="FFF5EB"/>
          </a:solidFill>
          <a:ln w="19050">
            <a:solidFill>
              <a:srgbClr val="FF5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7" y="15087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5859"/>
                </a:solidFill>
              </a:rPr>
              <a:t>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7" y="25603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D2D2D"/>
                </a:solidFill>
              </a:rPr>
              <a:t>指標說明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41847" y="1280160"/>
            <a:ext cx="2286000" cy="2194560"/>
          </a:xfrm>
          <a:prstGeom prst="rect">
            <a:avLst/>
          </a:prstGeom>
          <a:solidFill>
            <a:srgbClr val="FFF5EB"/>
          </a:solidFill>
          <a:ln w="19050">
            <a:solidFill>
              <a:srgbClr val="FF5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7" y="15087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5859"/>
                </a:solidFill>
              </a:rPr>
              <a:t>第 0 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7" y="25603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D2D2D"/>
                </a:solidFill>
              </a:rPr>
              <a:t>指標說明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2148840"/>
            <a:ext cx="7772400" cy="36576"/>
          </a:xfrm>
          <a:prstGeom prst="rect">
            <a:avLst/>
          </a:prstGeom>
          <a:solidFill>
            <a:srgbClr val="FF585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315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b="1" sz="4000">
                <a:solidFill>
                  <a:srgbClr val="FFFFFF"/>
                </a:solidFill>
              </a:rPr>
              <a:t>Thank You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60520"/>
            <a:ext cx="290779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今天你學到了…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第一個學習重點寫在這裡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第二個學習重點寫在這裡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第三個學習重點寫在這裡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你才是導演，AI 只是你的助手 🎬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課程簡報模板 TEMPLATE</dc:title>
  <dc:subject>PptxGenJS Presentation</dc:subject>
  <dc:creator>橘子蘋果</dc:creator>
  <cp:lastModifiedBy>橘子蘋果</cp:lastModifiedBy>
  <cp:revision>1</cp:revision>
  <dcterms:created xsi:type="dcterms:W3CDTF">2026-03-24T08:35:37Z</dcterms:created>
  <dcterms:modified xsi:type="dcterms:W3CDTF">2026-03-24T08:35:37Z</dcterms:modified>
</cp:coreProperties>
</file>