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2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</p:sldIdLst>
  <p:notesMasterIdLst>
    <p:notesMasterId r:id="rId14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Relationship Id="rId19" Type="http://schemas.openxmlformats.org/officeDocument/2006/relationships/slide" Target="slides/slide1.xml"/><Relationship Id="rId20" Type="http://schemas.openxmlformats.org/officeDocument/2006/relationships/slide" Target="slides/slide2.xml"/><Relationship Id="rId21" Type="http://schemas.openxmlformats.org/officeDocument/2006/relationships/slide" Target="slides/slide3.xml"/><Relationship Id="rId22" Type="http://schemas.openxmlformats.org/officeDocument/2006/relationships/slide" Target="slides/slide4.xml"/><Relationship Id="rId23" Type="http://schemas.openxmlformats.org/officeDocument/2006/relationships/slide" Target="slides/slide5.xml"/><Relationship Id="rId24" Type="http://schemas.openxmlformats.org/officeDocument/2006/relationships/slide" Target="slides/slide6.xml"/><Relationship Id="rId25" Type="http://schemas.openxmlformats.org/officeDocument/2006/relationships/slide" Target="slides/slide7.xml"/><Relationship Id="rId26" Type="http://schemas.openxmlformats.org/officeDocument/2006/relationships/slide" Target="slides/slide8.xml"/><Relationship Id="rId27" Type="http://schemas.openxmlformats.org/officeDocument/2006/relationships/slide" Target="slides/slide9.xml"/><Relationship Id="rId28" Type="http://schemas.openxmlformats.org/officeDocument/2006/relationships/slide" Target="slides/slide10.xml"/><Relationship Id="rId29" Type="http://schemas.openxmlformats.org/officeDocument/2006/relationships/slide" Target="slides/slide1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Shape 0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FF5859"/>
          </a:solidFill>
          <a:ln/>
        </p:spPr>
        <p:txBody>
          <a:bodyPr/>
          <a:p/>
        </p:txBody>
      </p:sp>
      <p:sp>
        <p:nvSpPr>
          <p:cNvPr id="3" name="Shape 1"/>
          <p:cNvSpPr/>
          <p:nvPr/>
        </p:nvSpPr>
        <p:spPr>
          <a:xfrm>
            <a:off x="548640" y="2148840"/>
            <a:ext cx="7772400" cy="36576"/>
          </a:xfrm>
          <a:prstGeom prst="rect">
            <a:avLst/>
          </a:prstGeom>
          <a:solidFill>
            <a:srgbClr val="FF5859"/>
          </a:solidFill>
          <a:ln/>
        </p:spPr>
        <p:txBody>
          <a:bodyPr/>
          <a:p/>
        </p:txBody>
      </p:sp>
      <p:sp>
        <p:nvSpPr>
          <p:cNvPr id="4" name="Text 2"/>
          <p:cNvSpPr/>
          <p:nvPr/>
        </p:nvSpPr>
        <p:spPr>
          <a:xfrm>
            <a:off x="548640" y="731520"/>
            <a:ext cx="7680960" cy="128016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l" indent="0" marL="0">
              <a:buNone/>
            </a:pPr>
            <a:r>
              <a:rPr sz="1600">
                <a:solidFill>
                  <a:srgbClr val="FFFFFF"/>
                </a:solidFill>
              </a:rPr>
              <a:t>副標題或日期</a:t>
            </a:r>
            <a:endParaRPr lang="en-US" sz="4400" dirty="0"/>
          </a:p>
        </p:txBody>
      </p:sp>
      <p:sp>
        <p:nvSpPr>
          <p:cNvPr id="5" name="Text 3"/>
          <p:cNvSpPr/>
          <p:nvPr/>
        </p:nvSpPr>
        <p:spPr>
          <a:xfrm>
            <a:off x="548640" y="2377440"/>
            <a:ext cx="768096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b="1" sz="2800">
                <a:solidFill>
                  <a:srgbClr val="FFFFFF"/>
                </a:solidFill>
              </a:rPr>
              <a:t>簡報標題放在這裡</a:t>
            </a:r>
            <a:endParaRPr lang="en-US" sz="20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4160520"/>
            <a:ext cx="653552" cy="347472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Shape 0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FF5859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548640" y="1280160"/>
            <a:ext cx="822960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b="1" sz="3200">
                <a:solidFill>
                  <a:srgbClr val="FFFFFF"/>
                </a:solidFill>
              </a:rPr>
              <a:t>議程</a:t>
            </a:r>
            <a:endParaRPr lang="en-US" sz="5200" dirty="0"/>
          </a:p>
        </p:txBody>
      </p:sp>
      <p:sp>
        <p:nvSpPr>
          <p:cNvPr id="4" name="Shape 2"/>
          <p:cNvSpPr/>
          <p:nvPr/>
        </p:nvSpPr>
        <p:spPr>
          <a:xfrm>
            <a:off x="548640" y="2926080"/>
            <a:ext cx="2286000" cy="45720"/>
          </a:xfrm>
          <a:prstGeom prst="rect">
            <a:avLst/>
          </a:prstGeom>
          <a:solidFill>
            <a:srgbClr val="FF5859"/>
          </a:solidFill>
          <a:ln/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548640" y="320040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sz="1800">
                <a:solidFill>
                  <a:srgbClr val="2D2D2D"/>
                </a:solidFill>
              </a:rPr>
              <a:t>01  主題一</a:t>
            </a:r>
            <a:endParaRPr lang="en-US" sz="1600" dirty="0"/>
          </a:p>
          <a:p>
            <a:r>
              <a:rPr sz="1800">
                <a:solidFill>
                  <a:srgbClr val="2D2D2D"/>
                </a:solidFill>
              </a:rPr>
              <a:t>02  主題二</a:t>
            </a:r>
          </a:p>
          <a:p>
            <a:r>
              <a:rPr sz="1800">
                <a:solidFill>
                  <a:srgbClr val="2D2D2D"/>
                </a:solidFill>
              </a:rPr>
              <a:t>03  主題三</a:t>
            </a:r>
          </a:p>
          <a:p>
            <a:r>
              <a:rPr sz="1800">
                <a:solidFill>
                  <a:srgbClr val="2D2D2D"/>
                </a:solidFill>
              </a:rPr>
              <a:t>04  主題四</a:t>
            </a:r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29600" y="4663440"/>
            <a:ext cx="603504" cy="32004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Shape 0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FF5859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548640" y="1280160"/>
            <a:ext cx="822960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b="1" sz="3200">
                <a:solidFill>
                  <a:srgbClr val="FFFFFF"/>
                </a:solidFill>
              </a:rPr>
              <a:t>章節名稱</a:t>
            </a:r>
            <a:endParaRPr lang="en-US" sz="5200" dirty="0"/>
          </a:p>
        </p:txBody>
      </p:sp>
      <p:sp>
        <p:nvSpPr>
          <p:cNvPr id="4" name="Shape 2"/>
          <p:cNvSpPr/>
          <p:nvPr/>
        </p:nvSpPr>
        <p:spPr>
          <a:xfrm>
            <a:off x="548640" y="2926080"/>
            <a:ext cx="2286000" cy="45720"/>
          </a:xfrm>
          <a:prstGeom prst="rect">
            <a:avLst/>
          </a:prstGeom>
          <a:solidFill>
            <a:srgbClr val="FF5859"/>
          </a:solidFill>
          <a:ln/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548640" y="320040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sz="1600">
                <a:solidFill>
                  <a:srgbClr val="2D2D2D"/>
                </a:solidFill>
              </a:rPr>
              <a:t>章節副標或說明文字</a:t>
            </a:r>
            <a:endParaRPr lang="en-US" sz="16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29600" y="4663440"/>
            <a:ext cx="603504" cy="32004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FF5859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548640" y="0"/>
            <a:ext cx="804672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b="1" sz="2400"/>
              <a:t>內容頁標題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548640" y="1005840"/>
            <a:ext cx="658368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sz="1400">
                <a:solidFill>
                  <a:srgbClr val="2D2D2D"/>
                </a:solidFill>
              </a:rPr>
              <a:t>副標題或說明文字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548640" y="1645920"/>
            <a:ext cx="6583680" cy="2560320"/>
          </a:xfrm>
          <a:prstGeom prst="roundRect">
            <a:avLst>
              <a:gd name="adj" fmla="val 4286"/>
            </a:avLst>
          </a:prstGeom>
          <a:solidFill>
            <a:srgbClr val="F5F5F5"/>
          </a:solidFill>
          <a:ln w="12700">
            <a:solidFill>
              <a:srgbClr val="E0E0E0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914400" y="1828800"/>
            <a:ext cx="5852160" cy="2194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b="1" sz="1600">
                <a:solidFill>
                  <a:srgbClr val="FF5859"/>
                </a:solidFill>
              </a:rPr>
              <a:t>重點名稱</a:t>
            </a:r>
            <a:endParaRPr lang="en-US" sz="2000" dirty="0"/>
          </a:p>
        </p:txBody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29600" y="4663440"/>
            <a:ext cx="603504" cy="32004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FF5859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548640" y="0"/>
            <a:ext cx="804672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b="1" sz="2400"/>
              <a:t>多欄比較 / 特色列舉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548640" y="1188720"/>
            <a:ext cx="2377440" cy="2926080"/>
          </a:xfrm>
          <a:prstGeom prst="roundRect">
            <a:avLst>
              <a:gd name="adj" fmla="val 3846"/>
            </a:avLst>
          </a:prstGeom>
          <a:solidFill>
            <a:srgbClr val="FFFFFF"/>
          </a:solidFill>
          <a:ln w="12700">
            <a:solidFill>
              <a:srgbClr val="E0E0E0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  <p:txBody>
          <a:bodyPr/>
          <a:p/>
        </p:txBody>
      </p:sp>
      <p:sp>
        <p:nvSpPr>
          <p:cNvPr id="5" name="Shape 3"/>
          <p:cNvSpPr/>
          <p:nvPr/>
        </p:nvSpPr>
        <p:spPr>
          <a:xfrm>
            <a:off x="548640" y="1188720"/>
            <a:ext cx="2377440" cy="73152"/>
          </a:xfrm>
          <a:prstGeom prst="rect">
            <a:avLst/>
          </a:prstGeom>
          <a:solidFill>
            <a:srgbClr val="FF5859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685800" y="1463040"/>
            <a:ext cx="210312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b="0" dirty="0">
                <a:solidFill>
                  <a:srgbClr val="FF5859"/>
                </a:solidFill>
                <a:latin typeface="Mochiy Pop One" pitchFamily="34" charset="0"/>
                <a:ea typeface="Mochiy Pop One" pitchFamily="34" charset="-122"/>
                <a:cs typeface="Mochiy Pop One" pitchFamily="34" charset="-120"/>
              </a:rPr>
              <a:t>項目 A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685800" y="2011680"/>
            <a:ext cx="2103120" cy="1097280"/>
          </a:xfrm>
          <a:prstGeom prst="roundRect">
            <a:avLst>
              <a:gd name="adj" fmla="val 5000"/>
            </a:avLst>
          </a:prstGeom>
          <a:solidFill>
            <a:srgbClr val="F0E6D3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685800" y="2011680"/>
            <a:ext cx="210312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685800" y="3246120"/>
            <a:ext cx="2103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sz="1300">
                <a:solidFill>
                  <a:srgbClr val="2D2D2D"/>
                </a:solidFill>
              </a:rPr>
              <a:t>說明文字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3200400" y="1188720"/>
            <a:ext cx="2377440" cy="2926080"/>
          </a:xfrm>
          <a:prstGeom prst="roundRect">
            <a:avLst>
              <a:gd name="adj" fmla="val 3846"/>
            </a:avLst>
          </a:prstGeom>
          <a:solidFill>
            <a:srgbClr val="FFFFFF"/>
          </a:solidFill>
          <a:ln w="12700">
            <a:solidFill>
              <a:srgbClr val="E0E0E0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  <p:txBody>
          <a:bodyPr/>
          <a:p/>
        </p:txBody>
      </p:sp>
      <p:sp>
        <p:nvSpPr>
          <p:cNvPr id="11" name="Shape 9"/>
          <p:cNvSpPr/>
          <p:nvPr/>
        </p:nvSpPr>
        <p:spPr>
          <a:xfrm>
            <a:off x="3200400" y="1188720"/>
            <a:ext cx="2377440" cy="73152"/>
          </a:xfrm>
          <a:prstGeom prst="rect">
            <a:avLst/>
          </a:prstGeom>
          <a:solidFill>
            <a:srgbClr val="FF5859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3337560" y="1463040"/>
            <a:ext cx="210312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b="0" dirty="0">
                <a:solidFill>
                  <a:srgbClr val="FF5859"/>
                </a:solidFill>
                <a:latin typeface="Mochiy Pop One" pitchFamily="34" charset="0"/>
                <a:ea typeface="Mochiy Pop One" pitchFamily="34" charset="-122"/>
                <a:cs typeface="Mochiy Pop One" pitchFamily="34" charset="-120"/>
              </a:rPr>
              <a:t>項目 B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3337560" y="2011680"/>
            <a:ext cx="2103120" cy="1097280"/>
          </a:xfrm>
          <a:prstGeom prst="roundRect">
            <a:avLst>
              <a:gd name="adj" fmla="val 5000"/>
            </a:avLst>
          </a:prstGeom>
          <a:solidFill>
            <a:srgbClr val="F0E6D3"/>
          </a:solidFill>
          <a:ln/>
        </p:spPr>
        <p:txBody>
          <a:bodyPr/>
          <a:p/>
        </p:txBody>
      </p:sp>
      <p:sp>
        <p:nvSpPr>
          <p:cNvPr id="14" name="Text 12"/>
          <p:cNvSpPr/>
          <p:nvPr/>
        </p:nvSpPr>
        <p:spPr>
          <a:xfrm>
            <a:off x="3337560" y="2011680"/>
            <a:ext cx="210312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3337560" y="3246120"/>
            <a:ext cx="2103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sz="1300">
                <a:solidFill>
                  <a:srgbClr val="2D2D2D"/>
                </a:solidFill>
              </a:rPr>
              <a:t>說明文字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5852160" y="1188720"/>
            <a:ext cx="2377440" cy="2926080"/>
          </a:xfrm>
          <a:prstGeom prst="roundRect">
            <a:avLst>
              <a:gd name="adj" fmla="val 3846"/>
            </a:avLst>
          </a:prstGeom>
          <a:solidFill>
            <a:srgbClr val="FFFFFF"/>
          </a:solidFill>
          <a:ln w="12700">
            <a:solidFill>
              <a:srgbClr val="E0E0E0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  <p:txBody>
          <a:bodyPr/>
          <a:p/>
        </p:txBody>
      </p:sp>
      <p:sp>
        <p:nvSpPr>
          <p:cNvPr id="17" name="Shape 15"/>
          <p:cNvSpPr/>
          <p:nvPr/>
        </p:nvSpPr>
        <p:spPr>
          <a:xfrm>
            <a:off x="5852160" y="1188720"/>
            <a:ext cx="2377440" cy="73152"/>
          </a:xfrm>
          <a:prstGeom prst="rect">
            <a:avLst/>
          </a:prstGeom>
          <a:solidFill>
            <a:srgbClr val="FF5859"/>
          </a:solidFill>
          <a:ln/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5989320" y="1463040"/>
            <a:ext cx="210312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b="0" dirty="0">
                <a:solidFill>
                  <a:srgbClr val="FF5859"/>
                </a:solidFill>
                <a:latin typeface="Mochiy Pop One" pitchFamily="34" charset="0"/>
                <a:ea typeface="Mochiy Pop One" pitchFamily="34" charset="-122"/>
                <a:cs typeface="Mochiy Pop One" pitchFamily="34" charset="-120"/>
              </a:rPr>
              <a:t>項目 C</a:t>
            </a:r>
            <a:endParaRPr lang="en-US" sz="1800" dirty="0"/>
          </a:p>
        </p:txBody>
      </p:sp>
      <p:sp>
        <p:nvSpPr>
          <p:cNvPr id="19" name="Shape 17"/>
          <p:cNvSpPr/>
          <p:nvPr/>
        </p:nvSpPr>
        <p:spPr>
          <a:xfrm>
            <a:off x="5989320" y="2011680"/>
            <a:ext cx="2103120" cy="1097280"/>
          </a:xfrm>
          <a:prstGeom prst="roundRect">
            <a:avLst>
              <a:gd name="adj" fmla="val 5000"/>
            </a:avLst>
          </a:prstGeom>
          <a:solidFill>
            <a:srgbClr val="F0E6D3"/>
          </a:solidFill>
          <a:ln/>
        </p:spPr>
        <p:txBody>
          <a:bodyPr/>
          <a:p/>
        </p:txBody>
      </p:sp>
      <p:sp>
        <p:nvSpPr>
          <p:cNvPr id="20" name="Text 18"/>
          <p:cNvSpPr/>
          <p:nvPr/>
        </p:nvSpPr>
        <p:spPr>
          <a:xfrm>
            <a:off x="5989320" y="2011680"/>
            <a:ext cx="210312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5989320" y="3246120"/>
            <a:ext cx="2103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sz="1300">
                <a:solidFill>
                  <a:srgbClr val="2D2D2D"/>
                </a:solidFill>
              </a:rPr>
              <a:t>說明文字</a:t>
            </a:r>
            <a:endParaRPr lang="en-US" sz="1400" dirty="0"/>
          </a:p>
        </p:txBody>
      </p:sp>
      <p:pic>
        <p:nvPicPr>
          <p:cNvPr id="2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29600" y="4663440"/>
            <a:ext cx="603504" cy="32004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FFAB40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548640" y="0"/>
            <a:ext cx="18288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800" b="0" dirty="0">
                <a:solidFill>
                  <a:srgbClr val="FFFFFF"/>
                </a:solidFill>
                <a:latin typeface="Mochiy Pop One" pitchFamily="34" charset="0"/>
                <a:ea typeface="Mochiy Pop One" pitchFamily="34" charset="-122"/>
                <a:cs typeface="Mochiy Pop One" pitchFamily="34" charset="-120"/>
              </a:rPr>
              <a:t>Step 1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2194560" y="0"/>
            <a:ext cx="64008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b="1" sz="2200">
                <a:solidFill>
                  <a:srgbClr val="FFFFFF"/>
                </a:solidFill>
              </a:rPr>
              <a:t>步驟標題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548640" y="109728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sz="1400">
                <a:solidFill>
                  <a:srgbClr val="2D2D2D"/>
                </a:solidFill>
              </a:rPr>
              <a:t>步驟說明文字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548640" y="1737360"/>
            <a:ext cx="7498080" cy="2011680"/>
          </a:xfrm>
          <a:prstGeom prst="roundRect">
            <a:avLst>
              <a:gd name="adj" fmla="val 4545"/>
            </a:avLst>
          </a:prstGeom>
          <a:solidFill>
            <a:srgbClr val="FFF5EB"/>
          </a:solidFill>
          <a:ln w="25400">
            <a:solidFill>
              <a:srgbClr val="FFAB40"/>
            </a:solidFill>
            <a:prstDash val="solid"/>
          </a:ln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914400" y="1828800"/>
            <a:ext cx="6766560" cy="1828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548640" y="4114800"/>
            <a:ext cx="5486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sz="1300" dirty="0"/>
          </a:p>
        </p:txBody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29600" y="4663440"/>
            <a:ext cx="603504" cy="32004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FF5859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548640" y="0"/>
            <a:ext cx="804672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sz="1600"/>
              <a:t>行動項目 / 待辦清單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411480" y="1188720"/>
            <a:ext cx="1965960" cy="2743200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 w="19050">
            <a:solidFill>
              <a:srgbClr val="FFAB40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  <p:txBody>
          <a:bodyPr/>
          <a:p/>
        </p:txBody>
      </p:sp>
      <p:sp>
        <p:nvSpPr>
          <p:cNvPr id="5" name="Shape 3"/>
          <p:cNvSpPr/>
          <p:nvPr/>
        </p:nvSpPr>
        <p:spPr>
          <a:xfrm>
            <a:off x="1051560" y="1371600"/>
            <a:ext cx="640080" cy="640080"/>
          </a:xfrm>
          <a:prstGeom prst="ellipse">
            <a:avLst/>
          </a:prstGeom>
          <a:solidFill>
            <a:srgbClr val="FFAB40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1051560" y="1371600"/>
            <a:ext cx="6400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0" dirty="0">
                <a:solidFill>
                  <a:srgbClr val="FFFFFF"/>
                </a:solidFill>
                <a:latin typeface="Mochiy Pop One" pitchFamily="34" charset="0"/>
                <a:ea typeface="Mochiy Pop One" pitchFamily="34" charset="-122"/>
                <a:cs typeface="Mochiy Pop One" pitchFamily="34" charset="-120"/>
              </a:rPr>
              <a:t>1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502920" y="2194560"/>
            <a:ext cx="17830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sz="1600"/>
              <a:t>項目一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502920" y="2743200"/>
            <a:ext cx="178308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sz="1600"/>
              <a:t>項目一說明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2377440" y="2011680"/>
            <a:ext cx="228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FFAB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2000" dirty="0"/>
          </a:p>
        </p:txBody>
      </p:sp>
      <p:sp>
        <p:nvSpPr>
          <p:cNvPr id="10" name="Shape 8"/>
          <p:cNvSpPr/>
          <p:nvPr/>
        </p:nvSpPr>
        <p:spPr>
          <a:xfrm>
            <a:off x="2606040" y="1188720"/>
            <a:ext cx="1965960" cy="2743200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 w="19050">
            <a:solidFill>
              <a:srgbClr val="FFAB40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  <p:txBody>
          <a:bodyPr/>
          <a:p/>
        </p:txBody>
      </p:sp>
      <p:sp>
        <p:nvSpPr>
          <p:cNvPr id="11" name="Shape 9"/>
          <p:cNvSpPr/>
          <p:nvPr/>
        </p:nvSpPr>
        <p:spPr>
          <a:xfrm>
            <a:off x="3246120" y="1371600"/>
            <a:ext cx="640080" cy="640080"/>
          </a:xfrm>
          <a:prstGeom prst="ellipse">
            <a:avLst/>
          </a:prstGeom>
          <a:solidFill>
            <a:srgbClr val="FFAB40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3246120" y="1371600"/>
            <a:ext cx="6400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0" dirty="0">
                <a:solidFill>
                  <a:srgbClr val="FFFFFF"/>
                </a:solidFill>
                <a:latin typeface="Mochiy Pop One" pitchFamily="34" charset="0"/>
                <a:ea typeface="Mochiy Pop One" pitchFamily="34" charset="-122"/>
                <a:cs typeface="Mochiy Pop One" pitchFamily="34" charset="-120"/>
              </a:rPr>
              <a:t>2</a:t>
            </a:r>
            <a:endParaRPr lang="en-US" sz="2200" dirty="0"/>
          </a:p>
        </p:txBody>
      </p:sp>
      <p:sp>
        <p:nvSpPr>
          <p:cNvPr id="13" name="Text 11"/>
          <p:cNvSpPr/>
          <p:nvPr/>
        </p:nvSpPr>
        <p:spPr>
          <a:xfrm>
            <a:off x="2697480" y="2194560"/>
            <a:ext cx="17830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sz="1600"/>
              <a:t>項目二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2697480" y="2743200"/>
            <a:ext cx="178308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sz="1600"/>
              <a:t>項目二說明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4572000" y="2011680"/>
            <a:ext cx="228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FFAB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2000" dirty="0"/>
          </a:p>
        </p:txBody>
      </p:sp>
      <p:sp>
        <p:nvSpPr>
          <p:cNvPr id="16" name="Shape 14"/>
          <p:cNvSpPr/>
          <p:nvPr/>
        </p:nvSpPr>
        <p:spPr>
          <a:xfrm>
            <a:off x="4800600" y="1188720"/>
            <a:ext cx="1965960" cy="2743200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 w="19050">
            <a:solidFill>
              <a:srgbClr val="FFAB40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  <p:txBody>
          <a:bodyPr/>
          <a:p/>
        </p:txBody>
      </p:sp>
      <p:sp>
        <p:nvSpPr>
          <p:cNvPr id="17" name="Shape 15"/>
          <p:cNvSpPr/>
          <p:nvPr/>
        </p:nvSpPr>
        <p:spPr>
          <a:xfrm>
            <a:off x="5440680" y="1371600"/>
            <a:ext cx="640080" cy="640080"/>
          </a:xfrm>
          <a:prstGeom prst="ellipse">
            <a:avLst/>
          </a:prstGeom>
          <a:solidFill>
            <a:srgbClr val="FFAB40"/>
          </a:solidFill>
          <a:ln/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5440680" y="1371600"/>
            <a:ext cx="6400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0" dirty="0">
                <a:solidFill>
                  <a:srgbClr val="FFFFFF"/>
                </a:solidFill>
                <a:latin typeface="Mochiy Pop One" pitchFamily="34" charset="0"/>
                <a:ea typeface="Mochiy Pop One" pitchFamily="34" charset="-122"/>
                <a:cs typeface="Mochiy Pop One" pitchFamily="34" charset="-120"/>
              </a:rPr>
              <a:t>3</a:t>
            </a:r>
            <a:endParaRPr lang="en-US" sz="2200" dirty="0"/>
          </a:p>
        </p:txBody>
      </p:sp>
      <p:sp>
        <p:nvSpPr>
          <p:cNvPr id="19" name="Text 17"/>
          <p:cNvSpPr/>
          <p:nvPr/>
        </p:nvSpPr>
        <p:spPr>
          <a:xfrm>
            <a:off x="4892040" y="2194560"/>
            <a:ext cx="17830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sz="1600"/>
              <a:t>項目三</a:t>
            </a:r>
            <a:endParaRPr lang="en-US" sz="1800" dirty="0"/>
          </a:p>
        </p:txBody>
      </p:sp>
      <p:sp>
        <p:nvSpPr>
          <p:cNvPr id="20" name="Text 18"/>
          <p:cNvSpPr/>
          <p:nvPr/>
        </p:nvSpPr>
        <p:spPr>
          <a:xfrm>
            <a:off x="4892040" y="2743200"/>
            <a:ext cx="178308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sz="1600"/>
              <a:t>項目三說明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6766560" y="2011680"/>
            <a:ext cx="228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FFAB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2000" dirty="0"/>
          </a:p>
        </p:txBody>
      </p:sp>
      <p:sp>
        <p:nvSpPr>
          <p:cNvPr id="22" name="Shape 20"/>
          <p:cNvSpPr/>
          <p:nvPr/>
        </p:nvSpPr>
        <p:spPr>
          <a:xfrm>
            <a:off x="6995160" y="1188720"/>
            <a:ext cx="1965960" cy="2743200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 w="19050">
            <a:solidFill>
              <a:srgbClr val="FFAB40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  <p:txBody>
          <a:bodyPr/>
          <a:p/>
        </p:txBody>
      </p:sp>
      <p:sp>
        <p:nvSpPr>
          <p:cNvPr id="23" name="Shape 21"/>
          <p:cNvSpPr/>
          <p:nvPr/>
        </p:nvSpPr>
        <p:spPr>
          <a:xfrm>
            <a:off x="7635240" y="1371600"/>
            <a:ext cx="640080" cy="640080"/>
          </a:xfrm>
          <a:prstGeom prst="ellipse">
            <a:avLst/>
          </a:prstGeom>
          <a:solidFill>
            <a:srgbClr val="FFAB40"/>
          </a:solidFill>
          <a:ln/>
        </p:spPr>
        <p:txBody>
          <a:bodyPr/>
          <a:p/>
        </p:txBody>
      </p:sp>
      <p:sp>
        <p:nvSpPr>
          <p:cNvPr id="24" name="Text 22"/>
          <p:cNvSpPr/>
          <p:nvPr/>
        </p:nvSpPr>
        <p:spPr>
          <a:xfrm>
            <a:off x="7635240" y="1371600"/>
            <a:ext cx="6400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0" dirty="0">
                <a:solidFill>
                  <a:srgbClr val="FFFFFF"/>
                </a:solidFill>
                <a:latin typeface="Mochiy Pop One" pitchFamily="34" charset="0"/>
                <a:ea typeface="Mochiy Pop One" pitchFamily="34" charset="-122"/>
                <a:cs typeface="Mochiy Pop One" pitchFamily="34" charset="-120"/>
              </a:rPr>
              <a:t>4</a:t>
            </a:r>
            <a:endParaRPr lang="en-US" sz="2200" dirty="0"/>
          </a:p>
        </p:txBody>
      </p:sp>
      <p:sp>
        <p:nvSpPr>
          <p:cNvPr id="25" name="Text 23"/>
          <p:cNvSpPr/>
          <p:nvPr/>
        </p:nvSpPr>
        <p:spPr>
          <a:xfrm>
            <a:off x="7086600" y="2194560"/>
            <a:ext cx="17830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sz="1600"/>
              <a:t>項目四</a:t>
            </a:r>
            <a:endParaRPr lang="en-US" sz="1800" dirty="0"/>
          </a:p>
        </p:txBody>
      </p:sp>
      <p:sp>
        <p:nvSpPr>
          <p:cNvPr id="26" name="Text 24"/>
          <p:cNvSpPr/>
          <p:nvPr/>
        </p:nvSpPr>
        <p:spPr>
          <a:xfrm>
            <a:off x="7086600" y="2743200"/>
            <a:ext cx="178308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sz="1600"/>
              <a:t>項目四說明</a:t>
            </a:r>
            <a:endParaRPr lang="en-US" sz="1400" dirty="0"/>
          </a:p>
        </p:txBody>
      </p:sp>
      <p:pic>
        <p:nvPicPr>
          <p:cNvPr id="2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29600" y="4663440"/>
            <a:ext cx="603504" cy="32004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Shape 0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FF5859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548640" y="457200"/>
            <a:ext cx="76809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b="1" sz="2800"/>
              <a:t>重點總結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548640" y="1280160"/>
            <a:ext cx="2743200" cy="36576"/>
          </a:xfrm>
          <a:prstGeom prst="rect">
            <a:avLst/>
          </a:prstGeom>
          <a:solidFill>
            <a:srgbClr val="FF5859"/>
          </a:solidFill>
          <a:ln/>
        </p:spPr>
        <p:txBody>
          <a:bodyPr/>
          <a:p/>
        </p:txBody>
      </p:sp>
      <p:sp>
        <p:nvSpPr>
          <p:cNvPr id="5" name="Shape 3"/>
          <p:cNvSpPr/>
          <p:nvPr/>
        </p:nvSpPr>
        <p:spPr>
          <a:xfrm>
            <a:off x="822960" y="1691640"/>
            <a:ext cx="201168" cy="201168"/>
          </a:xfrm>
          <a:prstGeom prst="ellipse">
            <a:avLst/>
          </a:prstGeom>
          <a:solidFill>
            <a:srgbClr val="FF5859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1188720" y="1554480"/>
            <a:ext cx="6400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sz="1600"/>
              <a:t>重點一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822960" y="2468880"/>
            <a:ext cx="201168" cy="201168"/>
          </a:xfrm>
          <a:prstGeom prst="ellipse">
            <a:avLst/>
          </a:prstGeom>
          <a:solidFill>
            <a:srgbClr val="FF5859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1188720" y="2331720"/>
            <a:ext cx="6400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sz="1600"/>
              <a:t>重點二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822960" y="3246120"/>
            <a:ext cx="201168" cy="201168"/>
          </a:xfrm>
          <a:prstGeom prst="ellipse">
            <a:avLst/>
          </a:prstGeom>
          <a:solidFill>
            <a:srgbClr val="FF5859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1188720" y="3108960"/>
            <a:ext cx="6400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sz="1600"/>
              <a:t>重點三</a:t>
            </a:r>
            <a:endParaRPr lang="en-US" sz="1800" dirty="0"/>
          </a:p>
        </p:txBody>
      </p:sp>
      <p:sp>
        <p:nvSpPr>
          <p:cNvPr id="11" name="Shape 9"/>
          <p:cNvSpPr/>
          <p:nvPr/>
        </p:nvSpPr>
        <p:spPr>
          <a:xfrm>
            <a:off x="548640" y="3840480"/>
            <a:ext cx="8046720" cy="640080"/>
          </a:xfrm>
          <a:prstGeom prst="roundRect">
            <a:avLst>
              <a:gd name="adj" fmla="val 11429"/>
            </a:avLst>
          </a:prstGeom>
          <a:solidFill>
            <a:srgbClr val="FFF5EB"/>
          </a:solidFill>
          <a:ln w="12700">
            <a:solidFill>
              <a:srgbClr val="FFAB40"/>
            </a:solidFill>
            <a:prstDash val="solid"/>
          </a:ln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548640" y="3840480"/>
            <a:ext cx="80467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sz="1400">
                <a:solidFill>
                  <a:srgbClr val="2D2D2D"/>
                </a:solidFill>
              </a:rPr>
              <a:t>結語文字</a:t>
            </a:r>
            <a:endParaRPr lang="en-US" sz="1600" dirty="0"/>
          </a:p>
        </p:txBody>
      </p:sp>
      <p:pic>
        <p:nvPicPr>
          <p:cNvPr id="1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29600" y="4663440"/>
            <a:ext cx="603504" cy="32004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FFAB40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548640" y="0"/>
            <a:ext cx="18288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b="1" sz="2400">
                <a:solidFill>
                  <a:srgbClr val="FFFFFF"/>
                </a:solidFill>
              </a:rPr>
              <a:t>表格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2194560" y="0"/>
            <a:ext cx="64008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548640" y="109728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548640" y="1737360"/>
            <a:ext cx="7498080" cy="2011680"/>
          </a:xfrm>
          <a:prstGeom prst="roundRect">
            <a:avLst>
              <a:gd name="adj" fmla="val 4545"/>
            </a:avLst>
          </a:prstGeom>
          <a:solidFill>
            <a:srgbClr val="FFF5EB"/>
          </a:solidFill>
          <a:ln w="25400">
            <a:solidFill>
              <a:srgbClr val="FFAB40"/>
            </a:solidFill>
            <a:prstDash val="solid"/>
          </a:ln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914400" y="1828800"/>
            <a:ext cx="6766560" cy="1828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548640" y="4114800"/>
            <a:ext cx="5486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sz="1300" dirty="0"/>
          </a:p>
        </p:txBody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29600" y="4663440"/>
            <a:ext cx="603504" cy="320040"/>
          </a:xfrm>
          <a:prstGeom prst="rect">
            <a:avLst/>
          </a:prstGeom>
        </p:spPr>
      </p:pic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521207" y="1280160"/>
          <a:ext cx="7863840" cy="30175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21280"/>
                <a:gridCol w="2621280"/>
                <a:gridCol w="2621280"/>
              </a:tblGrid>
              <a:tr h="754380">
                <a:tc>
                  <a:txBody>
                    <a:bodyPr/>
                    <a:lstStyle/>
                    <a:p>
                      <a:pPr algn="ctr"/>
                      <a:r>
                        <a:rPr b="1" sz="1400">
                          <a:solidFill>
                            <a:srgbClr val="FFFFFF"/>
                          </a:solidFill>
                        </a:rPr>
                        <a:t>欄位一</a:t>
                      </a:r>
                    </a:p>
                  </a:txBody>
                  <a:tcPr>
                    <a:solidFill>
                      <a:srgbClr val="60606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400">
                          <a:solidFill>
                            <a:srgbClr val="FFFFFF"/>
                          </a:solidFill>
                        </a:rPr>
                        <a:t>欄位二</a:t>
                      </a:r>
                    </a:p>
                  </a:txBody>
                  <a:tcPr>
                    <a:solidFill>
                      <a:srgbClr val="60606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400">
                          <a:solidFill>
                            <a:srgbClr val="FFFFFF"/>
                          </a:solidFill>
                        </a:rPr>
                        <a:t>欄位三</a:t>
                      </a:r>
                    </a:p>
                  </a:txBody>
                  <a:tcPr>
                    <a:solidFill>
                      <a:srgbClr val="606060"/>
                    </a:solidFill>
                  </a:tcPr>
                </a:tc>
              </a:tr>
              <a:tr h="754380"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2D2D2D"/>
                          </a:solidFill>
                        </a:rPr>
                        <a:t>內容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2D2D2D"/>
                          </a:solidFill>
                        </a:rPr>
                        <a:t>內容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2D2D2D"/>
                          </a:solidFill>
                        </a:rPr>
                        <a:t>內容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754380"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2D2D2D"/>
                          </a:solidFill>
                        </a:rPr>
                        <a:t>內容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2D2D2D"/>
                          </a:solidFill>
                        </a:rPr>
                        <a:t>內容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2D2D2D"/>
                          </a:solidFill>
                        </a:rPr>
                        <a:t>內容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754380"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2D2D2D"/>
                          </a:solidFill>
                        </a:rPr>
                        <a:t>內容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2D2D2D"/>
                          </a:solidFill>
                        </a:rPr>
                        <a:t>內容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2D2D2D"/>
                          </a:solidFill>
                        </a:rPr>
                        <a:t>內容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FFAB40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548640" y="0"/>
            <a:ext cx="18288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b="1" sz="2400">
                <a:solidFill>
                  <a:srgbClr val="FFFFFF"/>
                </a:solidFill>
              </a:rPr>
              <a:t>數據亮點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2194560" y="0"/>
            <a:ext cx="64008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548640" y="109728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914400" y="1828800"/>
            <a:ext cx="6766560" cy="1828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548640" y="4114800"/>
            <a:ext cx="5486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sz="1300" dirty="0"/>
          </a:p>
        </p:txBody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29600" y="4663440"/>
            <a:ext cx="603504" cy="320040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>
          <a:xfrm>
            <a:off x="521207" y="1280160"/>
            <a:ext cx="2286000" cy="2194560"/>
          </a:xfrm>
          <a:prstGeom prst="rect">
            <a:avLst/>
          </a:prstGeom>
          <a:solidFill>
            <a:srgbClr val="FFF5EB"/>
          </a:solidFill>
          <a:ln w="19050">
            <a:solidFill>
              <a:srgbClr val="FF585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21207" y="1508760"/>
            <a:ext cx="22860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4000" b="1">
                <a:solidFill>
                  <a:srgbClr val="FF5859"/>
                </a:solidFill>
              </a:rPr>
              <a:t>00%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21207" y="2560320"/>
            <a:ext cx="22860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300">
                <a:solidFill>
                  <a:srgbClr val="2D2D2D"/>
                </a:solidFill>
              </a:rPr>
              <a:t>指標說明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081527" y="1280160"/>
            <a:ext cx="2286000" cy="2194560"/>
          </a:xfrm>
          <a:prstGeom prst="rect">
            <a:avLst/>
          </a:prstGeom>
          <a:solidFill>
            <a:srgbClr val="FFF5EB"/>
          </a:solidFill>
          <a:ln w="19050">
            <a:solidFill>
              <a:srgbClr val="FF585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081527" y="1508760"/>
            <a:ext cx="22860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4000" b="1">
                <a:solidFill>
                  <a:srgbClr val="FF5859"/>
                </a:solidFill>
              </a:rPr>
              <a:t>0,000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081527" y="2560320"/>
            <a:ext cx="22860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300">
                <a:solidFill>
                  <a:srgbClr val="2D2D2D"/>
                </a:solidFill>
              </a:rPr>
              <a:t>指標說明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641847" y="1280160"/>
            <a:ext cx="2286000" cy="2194560"/>
          </a:xfrm>
          <a:prstGeom prst="rect">
            <a:avLst/>
          </a:prstGeom>
          <a:solidFill>
            <a:srgbClr val="FFF5EB"/>
          </a:solidFill>
          <a:ln w="19050">
            <a:solidFill>
              <a:srgbClr val="FF585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641847" y="1508760"/>
            <a:ext cx="22860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4000" b="1">
                <a:solidFill>
                  <a:srgbClr val="FF5859"/>
                </a:solidFill>
              </a:rPr>
              <a:t>第 0 名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641847" y="2560320"/>
            <a:ext cx="22860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300">
                <a:solidFill>
                  <a:srgbClr val="2D2D2D"/>
                </a:solidFill>
              </a:rPr>
              <a:t>指標說明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Shape 0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FF5859"/>
          </a:solidFill>
          <a:ln/>
        </p:spPr>
        <p:txBody>
          <a:bodyPr/>
          <a:p/>
        </p:txBody>
      </p:sp>
      <p:sp>
        <p:nvSpPr>
          <p:cNvPr id="3" name="Shape 1"/>
          <p:cNvSpPr/>
          <p:nvPr/>
        </p:nvSpPr>
        <p:spPr>
          <a:xfrm>
            <a:off x="548640" y="2148840"/>
            <a:ext cx="7772400" cy="36576"/>
          </a:xfrm>
          <a:prstGeom prst="rect">
            <a:avLst/>
          </a:prstGeom>
          <a:solidFill>
            <a:srgbClr val="FF5859"/>
          </a:solidFill>
          <a:ln/>
        </p:spPr>
        <p:txBody>
          <a:bodyPr/>
          <a:p/>
        </p:txBody>
      </p:sp>
      <p:sp>
        <p:nvSpPr>
          <p:cNvPr id="4" name="Text 2"/>
          <p:cNvSpPr/>
          <p:nvPr/>
        </p:nvSpPr>
        <p:spPr>
          <a:xfrm>
            <a:off x="548640" y="731520"/>
            <a:ext cx="7680960" cy="128016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l" indent="0" marL="0">
              <a:buNone/>
            </a:pPr>
            <a:endParaRPr lang="en-US" sz="4400" dirty="0"/>
          </a:p>
        </p:txBody>
      </p:sp>
      <p:sp>
        <p:nvSpPr>
          <p:cNvPr id="5" name="Text 3"/>
          <p:cNvSpPr/>
          <p:nvPr/>
        </p:nvSpPr>
        <p:spPr>
          <a:xfrm>
            <a:off x="548640" y="2377440"/>
            <a:ext cx="768096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b="1" sz="4000">
                <a:solidFill>
                  <a:srgbClr val="FFFFFF"/>
                </a:solidFill>
              </a:rPr>
              <a:t>Thank You</a:t>
            </a:r>
            <a:endParaRPr lang="en-US" sz="20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4160520"/>
            <a:ext cx="653552" cy="347472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FF5859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457200"/>
            <a:ext cx="76809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FF5859"/>
                </a:solidFill>
                <a:latin typeface="Mochiy Pop One" pitchFamily="34" charset="0"/>
                <a:ea typeface="Mochiy Pop One" pitchFamily="34" charset="-122"/>
                <a:cs typeface="Mochiy Pop One" pitchFamily="34" charset="-120"/>
              </a:rPr>
              <a:t>今天你學到了…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548640" y="1280160"/>
            <a:ext cx="2743200" cy="36576"/>
          </a:xfrm>
          <a:prstGeom prst="rect">
            <a:avLst/>
          </a:prstGeom>
          <a:solidFill>
            <a:srgbClr val="FF5859"/>
          </a:solidFill>
          <a:ln/>
        </p:spPr>
      </p:sp>
      <p:sp>
        <p:nvSpPr>
          <p:cNvPr id="5" name="Shape 3"/>
          <p:cNvSpPr/>
          <p:nvPr/>
        </p:nvSpPr>
        <p:spPr>
          <a:xfrm>
            <a:off x="822960" y="1691640"/>
            <a:ext cx="201168" cy="201168"/>
          </a:xfrm>
          <a:prstGeom prst="ellipse">
            <a:avLst/>
          </a:prstGeom>
          <a:solidFill>
            <a:srgbClr val="FF5859"/>
          </a:solidFill>
          <a:ln/>
        </p:spPr>
      </p:sp>
      <p:sp>
        <p:nvSpPr>
          <p:cNvPr id="6" name="Text 4"/>
          <p:cNvSpPr/>
          <p:nvPr/>
        </p:nvSpPr>
        <p:spPr>
          <a:xfrm>
            <a:off x="1188720" y="1554480"/>
            <a:ext cx="6400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2D2D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第一個學習重點寫在這裡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822960" y="2468880"/>
            <a:ext cx="201168" cy="201168"/>
          </a:xfrm>
          <a:prstGeom prst="ellipse">
            <a:avLst/>
          </a:prstGeom>
          <a:solidFill>
            <a:srgbClr val="FF5859"/>
          </a:solidFill>
          <a:ln/>
        </p:spPr>
      </p:sp>
      <p:sp>
        <p:nvSpPr>
          <p:cNvPr id="8" name="Text 6"/>
          <p:cNvSpPr/>
          <p:nvPr/>
        </p:nvSpPr>
        <p:spPr>
          <a:xfrm>
            <a:off x="1188720" y="2331720"/>
            <a:ext cx="6400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2D2D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第二個學習重點寫在這裡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822960" y="3246120"/>
            <a:ext cx="201168" cy="201168"/>
          </a:xfrm>
          <a:prstGeom prst="ellipse">
            <a:avLst/>
          </a:prstGeom>
          <a:solidFill>
            <a:srgbClr val="FF5859"/>
          </a:solidFill>
          <a:ln/>
        </p:spPr>
      </p:sp>
      <p:sp>
        <p:nvSpPr>
          <p:cNvPr id="10" name="Text 8"/>
          <p:cNvSpPr/>
          <p:nvPr/>
        </p:nvSpPr>
        <p:spPr>
          <a:xfrm>
            <a:off x="1188720" y="3108960"/>
            <a:ext cx="6400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2D2D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第三個學習重點寫在這裡</a:t>
            </a:r>
            <a:endParaRPr lang="en-US" sz="1800" dirty="0"/>
          </a:p>
        </p:txBody>
      </p:sp>
      <p:sp>
        <p:nvSpPr>
          <p:cNvPr id="11" name="Shape 9"/>
          <p:cNvSpPr/>
          <p:nvPr/>
        </p:nvSpPr>
        <p:spPr>
          <a:xfrm>
            <a:off x="548640" y="3840480"/>
            <a:ext cx="8046720" cy="640080"/>
          </a:xfrm>
          <a:prstGeom prst="roundRect">
            <a:avLst>
              <a:gd name="adj" fmla="val 11429"/>
            </a:avLst>
          </a:prstGeom>
          <a:solidFill>
            <a:srgbClr val="FFF5EB"/>
          </a:solidFill>
          <a:ln w="12700">
            <a:solidFill>
              <a:srgbClr val="FFAB4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548640" y="3840480"/>
            <a:ext cx="80467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i="1" dirty="0">
                <a:solidFill>
                  <a:srgbClr val="FFAB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你才是導演，AI 只是你的助手 🎬</a:t>
            </a:r>
            <a:endParaRPr lang="en-US" sz="1600" dirty="0"/>
          </a:p>
        </p:txBody>
      </p:sp>
      <p:pic>
        <p:nvPicPr>
          <p:cNvPr id="1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29600" y="4663440"/>
            <a:ext cx="603504" cy="32004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課程簡報模板 TEMPLATE</dc:title>
  <dc:subject>PptxGenJS Presentation</dc:subject>
  <dc:creator>橘子蘋果</dc:creator>
  <cp:lastModifiedBy>橘子蘋果</cp:lastModifiedBy>
  <cp:revision>1</cp:revision>
  <dcterms:created xsi:type="dcterms:W3CDTF">2026-03-24T08:35:37Z</dcterms:created>
  <dcterms:modified xsi:type="dcterms:W3CDTF">2026-03-24T08:35:37Z</dcterms:modified>
</cp:coreProperties>
</file>