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2148840"/>
            <a:ext cx="7772400" cy="36576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73152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sz="1600">
                <a:solidFill>
                  <a:srgbClr val="FFFFFF"/>
                </a:solidFill>
              </a:rPr>
              <a:t>副標題或日期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b="1" sz="2800">
                <a:solidFill>
                  <a:srgbClr val="FFFFFF"/>
                </a:solidFill>
              </a:rPr>
              <a:t>簡報標題放在這裡</a:t>
            </a:r>
            <a:endParaRPr lang="en-US" sz="2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60520"/>
            <a:ext cx="2902086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3200">
                <a:solidFill>
                  <a:srgbClr val="FFFFFF"/>
                </a:solidFill>
              </a:rPr>
              <a:t>議程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2286000" cy="4572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sz="1800">
                <a:solidFill>
                  <a:srgbClr val="2D2D2D"/>
                </a:solidFill>
              </a:rPr>
              <a:t>01  主題一</a:t>
            </a:r>
            <a:endParaRPr lang="en-US" sz="1600" dirty="0"/>
          </a:p>
          <a:p>
            <a:r>
              <a:rPr sz="1800">
                <a:solidFill>
                  <a:srgbClr val="2D2D2D"/>
                </a:solidFill>
              </a:rPr>
              <a:t>02  主題二</a:t>
            </a:r>
          </a:p>
          <a:p>
            <a:r>
              <a:rPr sz="1800">
                <a:solidFill>
                  <a:srgbClr val="2D2D2D"/>
                </a:solidFill>
              </a:rPr>
              <a:t>03  主題三</a:t>
            </a:r>
          </a:p>
          <a:p>
            <a:r>
              <a:rPr sz="1800">
                <a:solidFill>
                  <a:srgbClr val="2D2D2D"/>
                </a:solidFill>
              </a:rPr>
              <a:t>04  主題四</a:t>
            </a:r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3200">
                <a:solidFill>
                  <a:srgbClr val="FFFFFF"/>
                </a:solidFill>
              </a:rPr>
              <a:t>章節名稱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2286000" cy="4572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sz="1600">
                <a:solidFill>
                  <a:srgbClr val="2D2D2D"/>
                </a:solidFill>
              </a:rPr>
              <a:t>章節副標或說明文字</a:t>
            </a:r>
            <a:endParaRPr lang="en-US" sz="1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2400"/>
              <a:t>內容頁標題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sz="1400">
                <a:solidFill>
                  <a:srgbClr val="2D2D2D"/>
                </a:solidFill>
              </a:rPr>
              <a:t>副標題或說明文字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6583680" cy="2560320"/>
          </a:xfrm>
          <a:prstGeom prst="roundRect">
            <a:avLst>
              <a:gd name="adj" fmla="val 4286"/>
            </a:avLst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828800"/>
            <a:ext cx="58521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b="1" sz="1600">
                <a:solidFill>
                  <a:srgbClr val="FF5859"/>
                </a:solidFill>
              </a:rPr>
              <a:t>重點名稱</a:t>
            </a:r>
            <a:endParaRPr lang="en-US" sz="2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2400"/>
              <a:t>多欄比較 / 特色列舉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188720"/>
            <a:ext cx="2377440" cy="73152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4630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0" dirty="0">
                <a:solidFill>
                  <a:srgbClr val="FF5859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項目 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85800" y="2011680"/>
            <a:ext cx="2103120" cy="1097280"/>
          </a:xfrm>
          <a:prstGeom prst="roundRect">
            <a:avLst>
              <a:gd name="adj" fmla="val 5000"/>
            </a:avLst>
          </a:prstGeom>
          <a:solidFill>
            <a:srgbClr val="F0E6D3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201168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sz="1300">
                <a:solidFill>
                  <a:srgbClr val="2D2D2D"/>
                </a:solidFill>
              </a:rPr>
              <a:t>說明文字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0" y="1188720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00400" y="1188720"/>
            <a:ext cx="2377440" cy="73152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337560" y="14630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0" dirty="0">
                <a:solidFill>
                  <a:srgbClr val="FF5859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項目 B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337560" y="2011680"/>
            <a:ext cx="2103120" cy="1097280"/>
          </a:xfrm>
          <a:prstGeom prst="roundRect">
            <a:avLst>
              <a:gd name="adj" fmla="val 5000"/>
            </a:avLst>
          </a:prstGeom>
          <a:solidFill>
            <a:srgbClr val="F0E6D3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337560" y="201168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sz="1300">
                <a:solidFill>
                  <a:srgbClr val="2D2D2D"/>
                </a:solidFill>
              </a:rPr>
              <a:t>說明文字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852160" y="1188720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377440" cy="73152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89320" y="14630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0" dirty="0">
                <a:solidFill>
                  <a:srgbClr val="FF5859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項目 C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989320" y="2011680"/>
            <a:ext cx="2103120" cy="1097280"/>
          </a:xfrm>
          <a:prstGeom prst="roundRect">
            <a:avLst>
              <a:gd name="adj" fmla="val 5000"/>
            </a:avLst>
          </a:prstGeom>
          <a:solidFill>
            <a:srgbClr val="F0E6D3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89320" y="2011680"/>
            <a:ext cx="2103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89320" y="32461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sz="1300">
                <a:solidFill>
                  <a:srgbClr val="2D2D2D"/>
                </a:solidFill>
              </a:rPr>
              <a:t>說明文字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0" dirty="0">
                <a:solidFill>
                  <a:srgbClr val="FFFFFF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Step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194560" y="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2200">
                <a:solidFill>
                  <a:srgbClr val="FFFFFF"/>
                </a:solidFill>
              </a:rPr>
              <a:t>步驟標題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sz="1400">
                <a:solidFill>
                  <a:srgbClr val="2D2D2D"/>
                </a:solidFill>
              </a:rPr>
              <a:t>步驟說明文字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7498080" cy="2011680"/>
          </a:xfrm>
          <a:prstGeom prst="roundRect">
            <a:avLst>
              <a:gd name="adj" fmla="val 4545"/>
            </a:avLst>
          </a:prstGeom>
          <a:solidFill>
            <a:srgbClr val="FFF5EB"/>
          </a:solidFill>
          <a:ln w="25400">
            <a:solidFill>
              <a:srgbClr val="FFAB4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82880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sz="1600"/>
              <a:t>行動項目 / 待辦清單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1965960" cy="27432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FFAB4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51560" y="1371600"/>
            <a:ext cx="640080" cy="640080"/>
          </a:xfrm>
          <a:prstGeom prst="ellipse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5156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0" dirty="0">
                <a:solidFill>
                  <a:srgbClr val="FFFFFF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1600"/>
              <a:t>項目一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2743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sz="1600"/>
              <a:t>項目一說明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77440" y="2011680"/>
            <a:ext cx="228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A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65960" cy="27432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FFAB4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46120" y="1371600"/>
            <a:ext cx="640080" cy="640080"/>
          </a:xfrm>
          <a:prstGeom prst="ellipse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24612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0" dirty="0">
                <a:solidFill>
                  <a:srgbClr val="FFFFFF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97480" y="21945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1600"/>
              <a:t>項目二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97480" y="2743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sz="1600"/>
              <a:t>項目二說明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011680"/>
            <a:ext cx="228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A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800600" y="1188720"/>
            <a:ext cx="1965960" cy="27432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FFAB4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40680" y="1371600"/>
            <a:ext cx="640080" cy="640080"/>
          </a:xfrm>
          <a:prstGeom prst="ellipse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4068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0" dirty="0">
                <a:solidFill>
                  <a:srgbClr val="FFFFFF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892040" y="21945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1600"/>
              <a:t>項目三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892040" y="2743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sz="1600"/>
              <a:t>項目三說明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766560" y="2011680"/>
            <a:ext cx="228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A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995160" y="1188720"/>
            <a:ext cx="1965960" cy="27432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FFAB4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635240" y="1371600"/>
            <a:ext cx="640080" cy="640080"/>
          </a:xfrm>
          <a:prstGeom prst="ellipse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63524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0" dirty="0">
                <a:solidFill>
                  <a:srgbClr val="FFFFFF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86600" y="21945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1600"/>
              <a:t>項目四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086600" y="2743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sz="1600"/>
              <a:t>項目四說明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57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2800"/>
              <a:t>重點總結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743200" cy="36576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691640"/>
            <a:ext cx="201168" cy="201168"/>
          </a:xfrm>
          <a:prstGeom prst="ellipse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88720" y="1554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sz="1600"/>
              <a:t>重點一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468880"/>
            <a:ext cx="201168" cy="201168"/>
          </a:xfrm>
          <a:prstGeom prst="ellipse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88720" y="23317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sz="1600"/>
              <a:t>重點二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246120"/>
            <a:ext cx="201168" cy="201168"/>
          </a:xfrm>
          <a:prstGeom prst="ellipse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88720" y="31089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sz="1600"/>
              <a:t>重點三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FFF5EB"/>
          </a:solidFill>
          <a:ln w="12700">
            <a:solidFill>
              <a:srgbClr val="FFAB4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sz="1400">
                <a:solidFill>
                  <a:srgbClr val="2D2D2D"/>
                </a:solidFill>
              </a:rPr>
              <a:t>結語文字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2400">
                <a:solidFill>
                  <a:srgbClr val="FFFFFF"/>
                </a:solidFill>
              </a:rPr>
              <a:t>表格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194560" y="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7498080" cy="2011680"/>
          </a:xfrm>
          <a:prstGeom prst="roundRect">
            <a:avLst>
              <a:gd name="adj" fmla="val 4545"/>
            </a:avLst>
          </a:prstGeom>
          <a:solidFill>
            <a:srgbClr val="FFF5EB"/>
          </a:solidFill>
          <a:ln w="25400">
            <a:solidFill>
              <a:srgbClr val="FFAB4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82880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320040" cy="32004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1207" y="1280160"/>
          <a:ext cx="78638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1280"/>
                <a:gridCol w="2621280"/>
                <a:gridCol w="2621280"/>
              </a:tblGrid>
              <a:tr h="75438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欄位一</a:t>
                      </a:r>
                    </a:p>
                  </a:txBody>
                  <a:tcPr>
                    <a:solidFill>
                      <a:srgbClr val="606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欄位二</a:t>
                      </a:r>
                    </a:p>
                  </a:txBody>
                  <a:tcPr>
                    <a:solidFill>
                      <a:srgbClr val="606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FFFFFF"/>
                          </a:solidFill>
                        </a:rPr>
                        <a:t>欄位三</a:t>
                      </a:r>
                    </a:p>
                  </a:txBody>
                  <a:tcPr>
                    <a:solidFill>
                      <a:srgbClr val="606060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D2D2D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FFAB4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b="1" sz="2400">
                <a:solidFill>
                  <a:srgbClr val="FFFFFF"/>
                </a:solidFill>
              </a:rPr>
              <a:t>數據亮點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194560" y="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82880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320040" cy="3200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21207" y="1280160"/>
            <a:ext cx="2286000" cy="2194560"/>
          </a:xfrm>
          <a:prstGeom prst="rect">
            <a:avLst/>
          </a:prstGeom>
          <a:solidFill>
            <a:srgbClr val="FFF5EB"/>
          </a:solidFill>
          <a:ln w="19050">
            <a:solidFill>
              <a:srgbClr val="FF58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" y="150876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5859"/>
                </a:solidFill>
              </a:rPr>
              <a:t>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56032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2D2D2D"/>
                </a:solidFill>
              </a:rPr>
              <a:t>指標說明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81527" y="1280160"/>
            <a:ext cx="2286000" cy="2194560"/>
          </a:xfrm>
          <a:prstGeom prst="rect">
            <a:avLst/>
          </a:prstGeom>
          <a:solidFill>
            <a:srgbClr val="FFF5EB"/>
          </a:solidFill>
          <a:ln w="19050">
            <a:solidFill>
              <a:srgbClr val="FF58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81527" y="150876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5859"/>
                </a:solidFill>
              </a:rPr>
              <a:t>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7" y="256032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2D2D2D"/>
                </a:solidFill>
              </a:rPr>
              <a:t>指標說明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41847" y="1280160"/>
            <a:ext cx="2286000" cy="2194560"/>
          </a:xfrm>
          <a:prstGeom prst="rect">
            <a:avLst/>
          </a:prstGeom>
          <a:solidFill>
            <a:srgbClr val="FFF5EB"/>
          </a:solidFill>
          <a:ln w="19050">
            <a:solidFill>
              <a:srgbClr val="FF58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41847" y="150876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5859"/>
                </a:solidFill>
              </a:rPr>
              <a:t>第 0 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41847" y="2560320"/>
            <a:ext cx="228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2D2D2D"/>
                </a:solidFill>
              </a:rPr>
              <a:t>指標說明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2148840"/>
            <a:ext cx="7772400" cy="36576"/>
          </a:xfrm>
          <a:prstGeom prst="rect">
            <a:avLst/>
          </a:prstGeom>
          <a:solidFill>
            <a:srgbClr val="FF585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73152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b="1" sz="4000">
                <a:solidFill>
                  <a:srgbClr val="FFFFFF"/>
                </a:solidFill>
              </a:rPr>
              <a:t>Thank You</a:t>
            </a:r>
            <a:endParaRPr lang="en-US" sz="2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60520"/>
            <a:ext cx="2902086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585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5859"/>
                </a:solidFill>
                <a:latin typeface="Mochiy Pop One" pitchFamily="34" charset="0"/>
                <a:ea typeface="Mochiy Pop One" pitchFamily="34" charset="-122"/>
                <a:cs typeface="Mochiy Pop One" pitchFamily="34" charset="-120"/>
              </a:rPr>
              <a:t>今天你學到了…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743200" cy="36576"/>
          </a:xfrm>
          <a:prstGeom prst="rect">
            <a:avLst/>
          </a:prstGeom>
          <a:solidFill>
            <a:srgbClr val="FF585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91640"/>
            <a:ext cx="201168" cy="201168"/>
          </a:xfrm>
          <a:prstGeom prst="ellipse">
            <a:avLst/>
          </a:prstGeom>
          <a:solidFill>
            <a:srgbClr val="FF5859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554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第一個學習重點寫在這裡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468880"/>
            <a:ext cx="201168" cy="201168"/>
          </a:xfrm>
          <a:prstGeom prst="ellipse">
            <a:avLst/>
          </a:prstGeom>
          <a:solidFill>
            <a:srgbClr val="FF5859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23317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第二個學習重點寫在這裡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246120"/>
            <a:ext cx="201168" cy="201168"/>
          </a:xfrm>
          <a:prstGeom prst="ellipse">
            <a:avLst/>
          </a:prstGeom>
          <a:solidFill>
            <a:srgbClr val="FF5859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31089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第三個學習重點寫在這裡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FFF5EB"/>
          </a:solidFill>
          <a:ln w="12700">
            <a:solidFill>
              <a:srgbClr val="FFAB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A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你才是導演，AI 只是你的助手 🎬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663440"/>
            <a:ext cx="603504" cy="320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課程簡報模板 TEMPLATE</dc:title>
  <dc:subject>PptxGenJS Presentation</dc:subject>
  <dc:creator>橘子蘋果</dc:creator>
  <cp:lastModifiedBy>橘子蘋果</cp:lastModifiedBy>
  <cp:revision>1</cp:revision>
  <dcterms:created xsi:type="dcterms:W3CDTF">2026-03-24T08:35:37Z</dcterms:created>
  <dcterms:modified xsi:type="dcterms:W3CDTF">2026-03-24T08:35:37Z</dcterms:modified>
</cp:coreProperties>
</file>