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5859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148840"/>
            <a:ext cx="7772400" cy="36576"/>
          </a:xfrm>
          <a:prstGeom prst="rect">
            <a:avLst/>
          </a:prstGeom>
          <a:solidFill>
            <a:srgbClr val="FF585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5859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單元名稱放在這裡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思維：實戰問題解決課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60520"/>
            <a:ext cx="290779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585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5859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章節名稱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2286000" cy="45720"/>
          </a:xfrm>
          <a:prstGeom prst="rect">
            <a:avLst/>
          </a:prstGeom>
          <a:solidFill>
            <a:srgbClr val="FF585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（例：什麼是好故事？/ 腳本五大要素）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663440"/>
            <a:ext cx="603504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585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知識講解頁標題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這裡放一句引導語或副標題，讓學生知道這頁在講什麼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583680" cy="2560320"/>
          </a:xfrm>
          <a:prstGeom prst="roundRect">
            <a:avLst>
              <a:gd name="adj" fmla="val 4286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828800"/>
            <a:ext cx="5852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5859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重點概念名稱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這裡放知識說明內容，用簡短的句子解釋一個概念。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字不要太多，保持畫面乾淨。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如果內容太長，就拆成多頁。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98080" y="3108960"/>
            <a:ext cx="1280160" cy="1463040"/>
          </a:xfrm>
          <a:prstGeom prst="roundRect">
            <a:avLst>
              <a:gd name="adj" fmla="val 7143"/>
            </a:avLst>
          </a:prstGeom>
          <a:solidFill>
            <a:srgbClr val="F0E6D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0" y="3108960"/>
            <a:ext cx="1280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[叩叮]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663440"/>
            <a:ext cx="603504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585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多項比較 / 列舉頁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377440" cy="29260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2377440" cy="73152"/>
          </a:xfrm>
          <a:prstGeom prst="rect">
            <a:avLst/>
          </a:prstGeom>
          <a:solidFill>
            <a:srgbClr val="FF585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3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5859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項目 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F0E6D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116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[圖片]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簡短說明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行即可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377440" cy="29260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88720"/>
            <a:ext cx="2377440" cy="73152"/>
          </a:xfrm>
          <a:prstGeom prst="rect">
            <a:avLst/>
          </a:prstGeom>
          <a:solidFill>
            <a:srgbClr val="FF5859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463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5859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項目 B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337560" y="201168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F0E6D3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20116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[圖片]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3246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簡短說明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行即可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52160" y="1188720"/>
            <a:ext cx="2377440" cy="29260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52160" y="1188720"/>
            <a:ext cx="2377440" cy="73152"/>
          </a:xfrm>
          <a:prstGeom prst="rect">
            <a:avLst/>
          </a:prstGeom>
          <a:solidFill>
            <a:srgbClr val="FF5859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1463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5859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項目 C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989320" y="201168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F0E6D3"/>
          </a:solidFill>
          <a:ln/>
        </p:spPr>
      </p:sp>
      <p:sp>
        <p:nvSpPr>
          <p:cNvPr id="20" name="Text 18"/>
          <p:cNvSpPr/>
          <p:nvPr/>
        </p:nvSpPr>
        <p:spPr>
          <a:xfrm>
            <a:off x="5989320" y="20116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[圖片]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89320" y="3246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簡短說明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行即可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663440"/>
            <a:ext cx="603504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585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風格名稱 / 圖片說明頁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5859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水彩風格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645920" cy="36576"/>
          </a:xfrm>
          <a:prstGeom prst="rect">
            <a:avLst/>
          </a:prstGeom>
          <a:solidFill>
            <a:srgbClr val="FF585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FFF5EB"/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202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0" y="192024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FFF5EB"/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9202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暈染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08960" y="192024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FFF5EB"/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19202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柔和色調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FFF5EB"/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2316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透明感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828800" y="242316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FFF5EB"/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242316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白色背景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9260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使用這些關鍵字加入提示詞，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就能生成水彩風格的圖片。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特色：色彩柔和、邊緣暈開、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有手繪溫度感。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F0E6D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00584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[AI 生成圖片：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水彩風格範例]</a:t>
            </a:r>
            <a:endParaRPr lang="en-US" sz="16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663440"/>
            <a:ext cx="603504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585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風格名稱 / 圖片說明頁（反向）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F0E6D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[AI 生成圖片：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油畫風格範例]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937760" y="1097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5859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油畫風格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937760" y="1645920"/>
            <a:ext cx="1645920" cy="36576"/>
          </a:xfrm>
          <a:prstGeom prst="rect">
            <a:avLst/>
          </a:prstGeom>
          <a:solidFill>
            <a:srgbClr val="FF5859"/>
          </a:solidFill>
          <a:ln/>
        </p:spPr>
      </p:sp>
      <p:sp>
        <p:nvSpPr>
          <p:cNvPr id="8" name="Shape 6"/>
          <p:cNvSpPr/>
          <p:nvPr/>
        </p:nvSpPr>
        <p:spPr>
          <a:xfrm>
            <a:off x="4937760" y="192024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FFF5EB"/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9202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油畫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FFF5EB"/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9202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厚塗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98080" y="192024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FFF5EB"/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19202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筆觸明顯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7760" y="242316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FFF5EB"/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42316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飽和色彩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242316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FFF5EB"/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42316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質感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9260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使用這些關鍵字加入提示詞，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就能生成油畫風格的圖片。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特色：色彩濃厚、筆觸可見、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有古典藝術質感。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663440"/>
            <a:ext cx="603504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AB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Step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194560" y="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這一步要做什麼（大標題）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打開 AI 工具，輸入下方的提示詞：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7498080" cy="2011680"/>
          </a:xfrm>
          <a:prstGeom prst="roundRect">
            <a:avLst>
              <a:gd name="adj" fmla="val 4545"/>
            </a:avLst>
          </a:prstGeom>
          <a:solidFill>
            <a:srgbClr val="FFF5EB"/>
          </a:solidFill>
          <a:ln w="25400">
            <a:solidFill>
              <a:srgbClr val="FFAB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AB40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提示詞範本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請幫我把以下的故事大綱，整理成腳本格式。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腳本需要包含：場景、角色、動作、對白、情緒。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故事大綱：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[在這裡貼上你的故事大綱]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一次只改一個地方，效果更好！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663440"/>
            <a:ext cx="603504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731520"/>
            <a:ext cx="6400800" cy="3657600"/>
          </a:xfrm>
          <a:prstGeom prst="roundRect">
            <a:avLst>
              <a:gd name="adj" fmla="val 5000"/>
            </a:avLst>
          </a:prstGeom>
          <a:solidFill>
            <a:srgbClr val="FFF5EB"/>
          </a:solidFill>
          <a:ln w="25400">
            <a:solidFill>
              <a:srgbClr val="FFA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914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⏱️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17373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AB40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現在換你動手！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2468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打開 AI 工具，完成你的 [任務名稱]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320040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32004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🙋 卡關了嗎？先問 AI，再決定要不要用它的答案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663440"/>
            <a:ext cx="603504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585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🤔 想一想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859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AI 給的答案一定是對的嗎？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7498080" cy="2377440"/>
          </a:xfrm>
          <a:prstGeom prst="roundRect">
            <a:avLst>
              <a:gd name="adj" fmla="val 3846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48840"/>
            <a:ext cx="6766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5859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討論題目：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你覺得 AI 生成的結果哪裡好？哪裡不好？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如果 AI 給的答案跟你想的不一樣，你會怎麼做？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 是在「創作」還是在「模仿」？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663440"/>
            <a:ext cx="603504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585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看看這些圖片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F0E6D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1920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[AI 生成圖片]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859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起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F0E6D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097280"/>
            <a:ext cx="1920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[AI 生成圖片]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承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3611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859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承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F0E6D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097280"/>
            <a:ext cx="1920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[AI 生成圖片]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3611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859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766560" y="109728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F0E6D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097280"/>
            <a:ext cx="1920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[AI 生成圖片]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0" y="3611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859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這裡可以放一句觀察引導語</a:t>
            </a:r>
            <a:endParaRPr lang="en-US" sz="14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663440"/>
            <a:ext cx="603504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585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今天你要做的事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FFAB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371600"/>
            <a:ext cx="640080" cy="640080"/>
          </a:xfrm>
          <a:prstGeom prst="ellipse">
            <a:avLst/>
          </a:prstGeom>
          <a:solidFill>
            <a:srgbClr val="FFAB40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AB40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發想故事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想一個情境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77440" y="20116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FFAB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371600"/>
            <a:ext cx="640080" cy="640080"/>
          </a:xfrm>
          <a:prstGeom prst="ellipse">
            <a:avLst/>
          </a:prstGeom>
          <a:solidFill>
            <a:srgbClr val="FFAB40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97480" y="21945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AB40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寫成腳本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97480" y="27432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AI 整理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20116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00600" y="118872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FFAB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40680" y="1371600"/>
            <a:ext cx="640080" cy="640080"/>
          </a:xfrm>
          <a:prstGeom prst="ellipse">
            <a:avLst/>
          </a:prstGeom>
          <a:solidFill>
            <a:srgbClr val="FFAB40"/>
          </a:solidFill>
          <a:ln/>
        </p:spPr>
      </p:sp>
      <p:sp>
        <p:nvSpPr>
          <p:cNvPr id="18" name="Text 16"/>
          <p:cNvSpPr/>
          <p:nvPr/>
        </p:nvSpPr>
        <p:spPr>
          <a:xfrm>
            <a:off x="544068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92040" y="21945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AB40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鏡頭語言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92040" y="27432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加上鏡頭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20116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995160" y="118872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FFAB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35240" y="1371600"/>
            <a:ext cx="640080" cy="640080"/>
          </a:xfrm>
          <a:prstGeom prst="ellipse">
            <a:avLst/>
          </a:prstGeom>
          <a:solidFill>
            <a:srgbClr val="FFAB40"/>
          </a:solidFill>
          <a:ln/>
        </p:spPr>
      </p:sp>
      <p:sp>
        <p:nvSpPr>
          <p:cNvPr id="24" name="Text 22"/>
          <p:cNvSpPr/>
          <p:nvPr/>
        </p:nvSpPr>
        <p:spPr>
          <a:xfrm>
            <a:off x="763524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086600" y="21945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AB40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生成分鏡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86600" y="27432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描述畫面</a:t>
            </a:r>
            <a:endParaRPr lang="en-US" sz="14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663440"/>
            <a:ext cx="603504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585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5859"/>
                </a:solidFill>
                <a:latin typeface="Mochiy Pop One" pitchFamily="34" charset="0"/>
                <a:ea typeface="Mochiy Pop One" pitchFamily="34" charset="-122"/>
                <a:cs typeface="Mochiy Pop One" pitchFamily="34" charset="-120"/>
              </a:rPr>
              <a:t>今天你學到了…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743200" cy="36576"/>
          </a:xfrm>
          <a:prstGeom prst="rect">
            <a:avLst/>
          </a:prstGeom>
          <a:solidFill>
            <a:srgbClr val="FF585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91640"/>
            <a:ext cx="201168" cy="201168"/>
          </a:xfrm>
          <a:prstGeom prst="ellipse">
            <a:avLst/>
          </a:prstGeom>
          <a:solidFill>
            <a:srgbClr val="FF5859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554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第一個學習重點寫在這裡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201168" cy="201168"/>
          </a:xfrm>
          <a:prstGeom prst="ellipse">
            <a:avLst/>
          </a:prstGeom>
          <a:solidFill>
            <a:srgbClr val="FF5859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第二個學習重點寫在這裡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201168" cy="201168"/>
          </a:xfrm>
          <a:prstGeom prst="ellipse">
            <a:avLst/>
          </a:prstGeom>
          <a:solidFill>
            <a:srgbClr val="FF5859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第三個學習重點寫在這裡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FFF5EB"/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你才是導演，AI 只是你的助手 🎬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663440"/>
            <a:ext cx="603504" cy="320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課程簡報模板 TEMPLATE</dc:title>
  <dc:subject>PptxGenJS Presentation</dc:subject>
  <dc:creator>橘子蘋果</dc:creator>
  <cp:lastModifiedBy>橘子蘋果</cp:lastModifiedBy>
  <cp:revision>1</cp:revision>
  <dcterms:created xsi:type="dcterms:W3CDTF">2026-03-24T08:35:37Z</dcterms:created>
  <dcterms:modified xsi:type="dcterms:W3CDTF">2026-03-24T08:35:37Z</dcterms:modified>
</cp:coreProperties>
</file>